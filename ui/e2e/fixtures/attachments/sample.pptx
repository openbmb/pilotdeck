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Attachment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PPTX preview lifecycle check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